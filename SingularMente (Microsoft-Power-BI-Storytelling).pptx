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o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nido de complemento para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nido de complemento para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2c90a044-a9c6-4ac1-b266-befacdac5e4b}">
  <we:reference id="WA200003233" version="2.0.0.3" store="es-ES" storeType="OMEX"/>
  <we:alternateReferences/>
  <we:properties>
    <we:property name="Microsoft.Office.CampaignId" value="&quot;none&quot;"/>
    <we:property name="reportUrl" value="&quot;/groups/me/reports/adc0b785-ec1c-4276-aeb0-144ee171b5f4/9296b38cb8e4828d13b5?bookmarkGuid=fc32e55b-d5d8-4016-82b3-237d963efa89&amp;bookmarkUsage=1&amp;ctid=b245367b-55a3-4d61-92d0-992b771e1d1f&amp;fromEntryPoint=export&amp;pbi_source=storytelling_addin&quot;"/>
    <we:property name="reportState" value="&quot;CONNECTED&quot;"/>
    <we:property name="artifactViewState" value="&quot;live&quot;"/>
    <we:property name="reportEmbeddedTime" value="&quot;2026-03-09T14:02:14.059Z&quot;"/>
    <we:property name="creatorSessionId" value="&quot;1f73da52-589e-44c0-8b7b-3569a08cc851&quot;"/>
    <we:property name="creatorUserId" value="&quot;100320043300D8E7&quot;"/>
    <we:property name="creatorTenantId" value="&quot;b245367b-55a3-4d61-92d0-992b771e1d1f&quot;"/>
    <we:property name="pageDisplayName" value="&quot;Portada&quot;"/>
    <we:property name="pageName" value="&quot;9296b38cb8e4828d13b5&quot;"/>
    <we:property name="isFiltersActionButtonVisible" value="true"/>
    <we:property name="initialStateBookmark" value="&quot;H4sIAAAAAAAAA4VRy27CMBD8lcrnqIIkpAk3qHqiPFQqLghV62RBLk4c2Q4qRfx7dx0kpKpSL7Z3PJ6ZXV9EpVyr4byAGsVYTI051mCPD4mIRHPDlsvZfPI2+1hM5i8Em9Yr0zgxvggP9oB+o1wHmhUI3O4iAVqv4MDVHrTDSLRonWlAq2/syXTlbYfXSOBXq40Fllx78MiyJ6JTTd7DRw4CpVcnXGPpe7SIi0wmeSlzTPM4r4aJHBHN9YSQ7E8KSwf7Z9N4UA3ZMFZmWT6KIS0KrGAg0wSzAeNONQd9C3x/+35ueSqqpg55GvKTbFnneqV2KhmncbGXKOGprIo4yZPyXy0Iuaed99TeL8mgekdEjTRyPpjOuxZKXEFD9fYiWmtozl5h4NFcoamwup0t76/Ko+39N6A7tg4fJIIJRVJS4z8P+NtEiLXj5Qf1K0JIQQIAAA==&quot;"/>
    <we:property name="bookmark" value="&quot;H4sIAAAAAAAAA4VRwYrCMBT8lSXnstim1tSje10WwcWLeHhJnhJNk5Kksq747/vSCsKysJc2bzKdmTe9MW1ib+H6AR2yJVt5f+4gnF84K5ibMOS6LgGxWgjRAOczJUu69X0y3kW2vLEE4Yhpa+IANgsRuNsXDKxdwzFPB7ARC9ZjiN6BNd84kekqhQHvBcOv3voAWXKTIGGWvRCdZopQvuY8oJK54AZVmtC2ahvJhZICa1EJXXI5J1qcCGOyPylZerR/8y6BcWSTMdU0Yl5B3baoYSZrjs0s49G4o30Efn77ee1zOaajDXMb8kS2Wed+p3W0rOqqPUiUsFC6rbjg6l8tGHOvhpRovV+So+oTYR1S5fnghxR7ULgGR/PuxvrgqedkcORRr+A06sc55Pe7SRgm/y3YIVuPP4iNNvv8+AEyDmzFGAIAAA==&quot;"/>
    <we:property name="datasetId" value="&quot;fc8a0a36-9110-4f9c-a77f-a7864f3b3603&quot;"/>
    <we:property name="embedUrl" value="&quot;/reportEmbed?reportId=adc0b785-ec1c-4276-aeb0-144ee171b5f4&amp;config=eyJjbHVzdGVyVXJsIjoiaHR0cHM6Ly9XQUJJLU5PUlRILUVVUk9QRS1ILVBSSU1BUlktcmVkaXJlY3QuYW5hbHlzaXMud2luZG93cy5uZXQiLCJlbWJlZEZlYXR1cmVzIjp7InVzYWdlTWV0cmljc1ZOZXh0Ijp0cnVlfX0%3D&amp;disableSensitivityBanner=true&amp;storytellingChangeViewModeShortcutKeys=true&quot;"/>
    <we:property name="backgroundColor" value="&quot;#D7DEEB&quot;"/>
    <we:property name="reportName" value="&quot;Anális de trastornos mentales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Samai Manuz Rodríguez</cp:lastModifiedBy>
  <cp:revision>3</cp:revision>
  <dcterms:created xsi:type="dcterms:W3CDTF">2018-06-07T21:39:02Z</dcterms:created>
  <dcterms:modified xsi:type="dcterms:W3CDTF">2026-03-09T14:06:06Z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